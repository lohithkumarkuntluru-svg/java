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60" r:id="rId4"/>
    <p:sldId id="279" r:id="rId5"/>
    <p:sldId id="268" r:id="rId6"/>
    <p:sldId id="270" r:id="rId7"/>
    <p:sldId id="272" r:id="rId8"/>
    <p:sldId id="266" r:id="rId9"/>
    <p:sldId id="271" r:id="rId10"/>
    <p:sldId id="278" r:id="rId11"/>
    <p:sldId id="280" r:id="rId12"/>
    <p:sldId id="277" r:id="rId13"/>
    <p:sldId id="273" r:id="rId14"/>
    <p:sldId id="274" r:id="rId15"/>
    <p:sldId id="275" r:id="rId16"/>
    <p:sldId id="276" r:id="rId17"/>
    <p:sldId id="26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00F2E2-D05D-4AEA-95CE-8222C15C84C9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F44B02-653B-4896-A8E4-3675DE594E7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07468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78049-CBEA-3E84-DC43-0D0304C0E6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CDF4F1-5A03-C859-866E-64AF1D29F6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57BABC-0898-89C8-42C5-CD607701E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36770-25FF-4ABB-B5A9-C97E4BA6596D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454712-3A79-6C81-8928-50712ADA0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38D1F2-44A4-740C-0E7E-3CCA60FB6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563B1-60FB-4658-84FA-F286ED65D7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6418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AA819-26D1-14D9-F098-C9A9791A9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2DEF7-19C7-977D-4354-EA54E79443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9EE5AF-84CB-EEF9-BE2E-945FF72E8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36770-25FF-4ABB-B5A9-C97E4BA6596D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0EF6CA-BF09-4F08-955C-4DC100987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B9A88C-CC3D-A29F-F3EE-957F8EF58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563B1-60FB-4658-84FA-F286ED65D7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4321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1E330F-F4D9-12C7-E8A3-97927D4F8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443CA3-AC44-C76A-7FA5-AD926BF6C3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4ACC9D-935B-5076-70C9-D2288EBCF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36770-25FF-4ABB-B5A9-C97E4BA6596D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95DC81-10DD-35AD-3EFD-14158770A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7958C1-53D7-83A7-0D56-EB56AFAC0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563B1-60FB-4658-84FA-F286ED65D7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2822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5438F-A0B2-044E-6ACA-18309BEC7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A9FB60-E419-50C6-CE68-772700CF09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3030AD-89CB-1BBF-5ADF-206B8E8305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10983F-B401-214D-6096-A3619661D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36770-25FF-4ABB-B5A9-C97E4BA6596D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B1EA25-A6B7-4366-C2E6-DC8BF1893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DFE55F-B82B-89F6-48C3-96DDB2A56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563B1-60FB-4658-84FA-F286ED65D7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7831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870DD-49C1-1F24-195B-A608DD72C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AA7BC4-83C2-F5E9-476D-99FA609E2F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055CE8-AFA6-3E46-3FCE-A6A2DA707F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FCCABE9-21E4-5A20-A7B4-12D69B12C0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993E38-1433-637A-F62F-6282C6B8C5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B39127-C59E-0F39-F3E1-1ADA6DE38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36770-25FF-4ABB-B5A9-C97E4BA6596D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D93EA9-43B6-3B57-6432-98AABF6E7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C91970-8784-2851-DE8D-D04DFFD16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563B1-60FB-4658-84FA-F286ED65D7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3097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46708-9DB5-D17C-1765-07C86C38E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4B66E6-535B-097C-00BC-AD3AC2F11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36770-25FF-4ABB-B5A9-C97E4BA6596D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694195-E33E-E355-EF33-424820805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6DB551-5410-93C7-0A95-1D0B8AFCE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563B1-60FB-4658-84FA-F286ED65D7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5703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87ACF5-3C81-55EB-6908-1B7CE808E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36770-25FF-4ABB-B5A9-C97E4BA6596D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747A76-E328-291B-21F6-1BF420630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6015C3-88CB-506D-5F2C-3E00F4595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563B1-60FB-4658-84FA-F286ED65D7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4060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6D4B5-36C0-0FF2-D523-B527C30C6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8DAF64-A545-615B-4938-C3BDF6006A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232612-E917-B5D7-E130-5001F591C8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A53B27-9747-ABF8-8EEE-E33DD076C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36770-25FF-4ABB-B5A9-C97E4BA6596D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C10B2E-23A6-BEC7-42CD-15A7AA458D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6D992E-097E-D9D5-5C16-B7C97CFF1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563B1-60FB-4658-84FA-F286ED65D7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61591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FFE53-66BD-A77C-09F9-B9F8F28DC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6DBA9B-F88F-0D99-BD1A-397ECF7B43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FB41DD-93C7-82EE-DC02-C7974C4125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B841CF-9766-B4D6-5C45-655D529E34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36770-25FF-4ABB-B5A9-C97E4BA6596D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A0A5EC-6FDD-7D4B-1CEA-1F6F0F4E8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73A4E4-541B-F2D9-85E7-0F411045D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563B1-60FB-4658-84FA-F286ED65D7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51928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3A9A4-3B24-31EA-131C-C88E10073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BDF015-E004-F4C0-9825-4FAD1A2054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264280-6ABE-37B2-D49D-4BC8F682A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36770-25FF-4ABB-B5A9-C97E4BA6596D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46EF3F-0A12-2473-3C39-2B7D31E04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296BAF-8CCE-D22E-0E89-94322ED79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563B1-60FB-4658-84FA-F286ED65D7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72956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C00D11-BE35-5CF6-8FA1-730BDD1FF5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A13340-96B8-AE83-B260-EBC2106F1A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018FB3-B27E-F4A3-563D-8D90A68D4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36770-25FF-4ABB-B5A9-C97E4BA6596D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283E02-8AFC-1BC0-55AE-348F706DE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FA804-0A2E-F5B7-8F8E-6C16E973B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3563B1-60FB-4658-84FA-F286ED65D7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10617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D5711C-17E1-92D6-1918-4900C0256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581D6C-BBCC-F443-4AF2-BF679C8687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043AD3-7CAD-8927-B840-A9BC4C3B85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B36770-25FF-4ABB-B5A9-C97E4BA6596D}" type="datetimeFigureOut">
              <a:rPr lang="en-IN" smtClean="0"/>
              <a:t>03-08-2026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89D88A-4375-5263-CFF2-0E91002F22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FF63D-0BDF-8A33-7525-B106E9D8B6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3563B1-60FB-4658-84FA-F286ED65D7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5444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6361C-7142-C25A-9D2B-CAD7542F6C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9076" y="12248"/>
            <a:ext cx="9144000" cy="2631846"/>
          </a:xfrm>
        </p:spPr>
        <p:txBody>
          <a:bodyPr>
            <a:normAutofit fontScale="90000"/>
          </a:bodyPr>
          <a:lstStyle/>
          <a:p>
            <a:r>
              <a:rPr lang="en-US" sz="32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SIMATS ENGINEERING</a:t>
            </a:r>
            <a:br>
              <a:rPr lang="en-US" sz="32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en-US" sz="32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Saveetha Institute of Medical and Technical  Sciences</a:t>
            </a:r>
            <a:br>
              <a:rPr lang="en-US" sz="32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en-US" sz="32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Chennai-602105 </a:t>
            </a:r>
            <a:br>
              <a:rPr lang="en-US" sz="32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br>
              <a:rPr lang="en-US" sz="32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CSA0927 - PROGRAMMING IN JAVA</a:t>
            </a:r>
            <a:br>
              <a:rPr lang="en-IN" b="1" dirty="0"/>
            </a:br>
            <a:endParaRPr lang="en-IN" sz="29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4EF696-5084-403A-5F7E-B540BFCB6D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866" y="2841523"/>
            <a:ext cx="9242868" cy="1372383"/>
          </a:xfrm>
        </p:spPr>
        <p:txBody>
          <a:bodyPr>
            <a:normAutofit/>
          </a:bodyPr>
          <a:lstStyle/>
          <a:p>
            <a:r>
              <a:rPr lang="en-I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Smart Event Management Framework for Real-Time Crowd Monitoring, Secure Entry, and Predictive Analytics</a:t>
            </a:r>
          </a:p>
          <a:p>
            <a:endParaRPr lang="en-US" altLang="en-US" sz="2800" b="1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00ADEE-3E7B-8FEF-B364-80A5968D58F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7848"/>
          <a:stretch>
            <a:fillRect/>
          </a:stretch>
        </p:blipFill>
        <p:spPr>
          <a:xfrm>
            <a:off x="229003" y="212902"/>
            <a:ext cx="1331090" cy="16254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19E0C10-1967-9716-486E-62B2F9929C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2059" y="260528"/>
            <a:ext cx="1530171" cy="15301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31EDCB2-52D9-580E-1C4D-7A233D967E65}"/>
              </a:ext>
            </a:extLst>
          </p:cNvPr>
          <p:cNvSpPr txBox="1"/>
          <p:nvPr/>
        </p:nvSpPr>
        <p:spPr>
          <a:xfrm>
            <a:off x="6581913" y="4546326"/>
            <a:ext cx="519522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Presented by:</a:t>
            </a:r>
          </a:p>
          <a:p>
            <a:pPr algn="just"/>
            <a:r>
              <a:rPr lang="en-IN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G.YaswanthReddy</a:t>
            </a:r>
            <a: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(192425267)</a:t>
            </a:r>
          </a:p>
          <a:p>
            <a:pPr algn="just"/>
            <a:r>
              <a:rPr lang="en-IN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K.LohithKumar</a:t>
            </a:r>
            <a: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(192511155)</a:t>
            </a:r>
          </a:p>
          <a:p>
            <a:pPr algn="just"/>
            <a:r>
              <a:rPr lang="en-IN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J.YoganjuluReddy</a:t>
            </a:r>
            <a: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(192525352)</a:t>
            </a:r>
          </a:p>
          <a:p>
            <a:pPr algn="just"/>
            <a:r>
              <a:rPr lang="en-IN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P.Kiran</a:t>
            </a:r>
            <a: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(192525201)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55609C-059B-CF82-191C-EA2DD61D5DEC}"/>
              </a:ext>
            </a:extLst>
          </p:cNvPr>
          <p:cNvSpPr txBox="1"/>
          <p:nvPr/>
        </p:nvSpPr>
        <p:spPr>
          <a:xfrm>
            <a:off x="414867" y="4529666"/>
            <a:ext cx="3547533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S. PUSHPA LATHA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20185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41BEC-D4CC-6041-25FA-BC57A3963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E20E0A-AA98-3DA3-DAAA-1BCA21A7C6F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7848"/>
          <a:stretch>
            <a:fillRect/>
          </a:stretch>
        </p:blipFill>
        <p:spPr>
          <a:xfrm>
            <a:off x="229003" y="212903"/>
            <a:ext cx="1331090" cy="13872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5D73A35-81CD-F1F9-9743-55B8110587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2059" y="260528"/>
            <a:ext cx="1530171" cy="1241701"/>
          </a:xfrm>
          <a:prstGeom prst="rect">
            <a:avLst/>
          </a:prstGeo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54D97FA9-E5AD-D1EC-AFC5-EC7851E1D0A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45690" y="1502229"/>
            <a:ext cx="11288485" cy="59790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lnSpc>
                <a:spcPct val="150000"/>
              </a:lnSpc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Large-scale events often face challenges such as overcrowding, long entry queues, security risks, and inefficient event planning. </a:t>
            </a:r>
          </a:p>
          <a:p>
            <a:pPr lvl="0">
              <a:lnSpc>
                <a:spcPct val="150000"/>
              </a:lnSpc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event management systems rely on manual processes, making them slow and error-prone. </a:t>
            </a:r>
          </a:p>
          <a:p>
            <a:pPr lvl="0">
              <a:lnSpc>
                <a:spcPct val="150000"/>
              </a:lnSpc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technologies like QR-based ticketing, AI-driven crowd monitoring, and predictive analytics improve event operations. </a:t>
            </a:r>
          </a:p>
          <a:p>
            <a:pPr lvl="0">
              <a:lnSpc>
                <a:spcPct val="150000"/>
              </a:lnSpc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framework integrates automation, real-time monitoring, and intelligent decision-making. </a:t>
            </a:r>
          </a:p>
          <a:p>
            <a:pPr lvl="0">
              <a:lnSpc>
                <a:spcPct val="150000"/>
              </a:lnSpc>
            </a:pPr>
            <a:r>
              <a:rPr lang="en-IN" sz="2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enhances visitor experience, organizer efficiency, and overall event safety. 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23808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37CA9-8071-A67B-0192-FC2194114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473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D3235E-9BA8-B635-DC6D-253AA99109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258" y="1805779"/>
            <a:ext cx="11062010" cy="4717683"/>
          </a:xfrm>
        </p:spPr>
        <p:txBody>
          <a:bodyPr>
            <a:noAutofit/>
          </a:bodyPr>
          <a:lstStyle/>
          <a:p>
            <a:pPr lvl="0"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ticket verification causes long waiting times. </a:t>
            </a:r>
          </a:p>
          <a:p>
            <a:pPr lvl="0"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real-time crowd monitoring increases safety risks. </a:t>
            </a:r>
          </a:p>
          <a:p>
            <a:pPr lvl="0"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predict attendance and resource requirements. </a:t>
            </a:r>
          </a:p>
          <a:p>
            <a:pPr lvl="0"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Inefficient communication between organizers and security teams. </a:t>
            </a:r>
          </a:p>
          <a:p>
            <a:pPr lvl="0"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insights into event performance after completion. </a:t>
            </a:r>
          </a:p>
          <a:p>
            <a:pPr lvl="0"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do not provide integrated planning, monitoring, and analytics. 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D97529-97A3-FA76-512B-97F86807577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7848"/>
          <a:stretch>
            <a:fillRect/>
          </a:stretch>
        </p:blipFill>
        <p:spPr>
          <a:xfrm>
            <a:off x="268759" y="78055"/>
            <a:ext cx="1331090" cy="16254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6C9BFB0-30B5-A769-31DA-D917C3319A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829" y="125679"/>
            <a:ext cx="1530171" cy="1530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2941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855A5-AA80-E1F9-7A79-58EC2BD0A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9A01C3-B336-22C0-D3C6-56A51DF57B3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7848"/>
          <a:stretch>
            <a:fillRect/>
          </a:stretch>
        </p:blipFill>
        <p:spPr>
          <a:xfrm>
            <a:off x="268759" y="78055"/>
            <a:ext cx="1331090" cy="16254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B316224-C294-E334-AA3D-0BEA333C25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8714" y="125679"/>
            <a:ext cx="1530171" cy="15301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5B4DF12-552F-F453-6661-81FE29E99C3B}"/>
              </a:ext>
            </a:extLst>
          </p:cNvPr>
          <p:cNvSpPr txBox="1"/>
          <p:nvPr/>
        </p:nvSpPr>
        <p:spPr>
          <a:xfrm>
            <a:off x="1517678" y="2034923"/>
            <a:ext cx="9699171" cy="445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centralized smart event management platform.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secure QR-code based ticket verification.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crowd density using AI and real-time analytics.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attendance and optimize resource allocation.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visitor safety through intelligent alerts.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interactive dashboards for event organizers.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 decision-making using predictive analytics.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65576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6F9B6-DE0D-C670-02B0-EB54E2F46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890" y="-32352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B5842A-EBF6-D102-DC0B-5F4077BF7FD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7848"/>
          <a:stretch>
            <a:fillRect/>
          </a:stretch>
        </p:blipFill>
        <p:spPr>
          <a:xfrm>
            <a:off x="268759" y="78055"/>
            <a:ext cx="1331090" cy="16254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04D774B-E5CE-4ECE-A063-5A92F98462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829" y="125679"/>
            <a:ext cx="1530171" cy="1530171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8BF14B97-0970-9DE1-0B2B-7F931A6DCBF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724571" y="1298396"/>
            <a:ext cx="9288196" cy="60252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consists of four intelligent modules:</a:t>
            </a: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Event Planning and Scheduling </a:t>
            </a: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QR-Based Ticket Generation and Validation </a:t>
            </a: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Crowd Monitoring </a:t>
            </a: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Analytics Dashboard 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ticket management </a:t>
            </a: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QR authentication </a:t>
            </a: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crowd monitoring </a:t>
            </a: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Capacity alerts </a:t>
            </a: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Attendance prediction </a:t>
            </a:r>
          </a:p>
          <a:p>
            <a:pPr lvl="0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dashboards </a:t>
            </a:r>
          </a:p>
          <a:p>
            <a:pPr algn="just"/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74132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064AD-3EA5-E750-7B14-EC3D068B30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571" y="0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</a:t>
            </a:r>
            <a:r>
              <a:rPr lang="en-IN" b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BCBF33-31B6-CEEF-4F62-30AB2D1625A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7848"/>
          <a:stretch>
            <a:fillRect/>
          </a:stretch>
        </p:blipFill>
        <p:spPr>
          <a:xfrm>
            <a:off x="268759" y="78055"/>
            <a:ext cx="1331090" cy="10552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40E320D-CD77-A481-F83A-220FB046B9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829" y="125679"/>
            <a:ext cx="1530171" cy="1007643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61B7B88-6AB3-E201-D052-A8A7E41A7E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5945539"/>
              </p:ext>
            </p:extLst>
          </p:nvPr>
        </p:nvGraphicFramePr>
        <p:xfrm>
          <a:off x="195942" y="1256217"/>
          <a:ext cx="11800115" cy="52711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2514">
                  <a:extLst>
                    <a:ext uri="{9D8B030D-6E8A-4147-A177-3AD203B41FA5}">
                      <a16:colId xmlns:a16="http://schemas.microsoft.com/office/drawing/2014/main" val="134660942"/>
                    </a:ext>
                  </a:extLst>
                </a:gridCol>
                <a:gridCol w="904000">
                  <a:extLst>
                    <a:ext uri="{9D8B030D-6E8A-4147-A177-3AD203B41FA5}">
                      <a16:colId xmlns:a16="http://schemas.microsoft.com/office/drawing/2014/main" val="3909104703"/>
                    </a:ext>
                  </a:extLst>
                </a:gridCol>
                <a:gridCol w="2396542">
                  <a:extLst>
                    <a:ext uri="{9D8B030D-6E8A-4147-A177-3AD203B41FA5}">
                      <a16:colId xmlns:a16="http://schemas.microsoft.com/office/drawing/2014/main" val="2898779550"/>
                    </a:ext>
                  </a:extLst>
                </a:gridCol>
                <a:gridCol w="2919866">
                  <a:extLst>
                    <a:ext uri="{9D8B030D-6E8A-4147-A177-3AD203B41FA5}">
                      <a16:colId xmlns:a16="http://schemas.microsoft.com/office/drawing/2014/main" val="898908756"/>
                    </a:ext>
                  </a:extLst>
                </a:gridCol>
                <a:gridCol w="1685731">
                  <a:extLst>
                    <a:ext uri="{9D8B030D-6E8A-4147-A177-3AD203B41FA5}">
                      <a16:colId xmlns:a16="http://schemas.microsoft.com/office/drawing/2014/main" val="3112273000"/>
                    </a:ext>
                  </a:extLst>
                </a:gridCol>
                <a:gridCol w="1685731">
                  <a:extLst>
                    <a:ext uri="{9D8B030D-6E8A-4147-A177-3AD203B41FA5}">
                      <a16:colId xmlns:a16="http://schemas.microsoft.com/office/drawing/2014/main" val="1558601641"/>
                    </a:ext>
                  </a:extLst>
                </a:gridCol>
                <a:gridCol w="1685731">
                  <a:extLst>
                    <a:ext uri="{9D8B030D-6E8A-4147-A177-3AD203B41FA5}">
                      <a16:colId xmlns:a16="http://schemas.microsoft.com/office/drawing/2014/main" val="3162812719"/>
                    </a:ext>
                  </a:extLst>
                </a:gridCol>
              </a:tblGrid>
              <a:tr h="6223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Journal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Drawbacks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1034714"/>
                  </a:ext>
                </a:extLst>
              </a:tr>
              <a:tr h="9408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Darsena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Sensing Technologies for Crowd Management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IEEE Review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IoT, Crowd Sensing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to transportation systems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6687744"/>
                  </a:ext>
                </a:extLst>
              </a:tr>
              <a:tr h="8708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Zhou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Understanding Crowd </a:t>
                      </a:r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Behaviors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in a Social Event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arXiv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WiFi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Sensing, Data Mining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ticketing or access control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82169634"/>
                  </a:ext>
                </a:extLst>
              </a:tr>
              <a:tr h="8926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Ameen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Advancements in Crowd-Monitoring Systems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arXiv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AI, Computer Vision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computational cost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4471336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collins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Event Management System with QR Code-Based Check-in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SJAIBT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QR Code, Cloud Computing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predictive analytics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6493218"/>
                  </a:ext>
                </a:extLst>
              </a:tr>
              <a:tr h="8708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Roy Choudhury et al.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Drishti AI-Event Guardian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arXiv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YOLOv8, Deep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Focuses mainly on crowd monitoring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53321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41094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0E0FF-7FC0-C7C8-154A-FF1535A32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36" y="11792"/>
            <a:ext cx="10515600" cy="1325563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74FF128-BDBC-2B3D-330E-6A923806845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7848"/>
          <a:stretch>
            <a:fillRect/>
          </a:stretch>
        </p:blipFill>
        <p:spPr>
          <a:xfrm>
            <a:off x="268759" y="78055"/>
            <a:ext cx="1331090" cy="16254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A405451-F712-E135-0014-D6D94BAA58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829" y="125679"/>
            <a:ext cx="1530171" cy="153017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17C48BF-D47A-F657-CD47-F75707D01C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9848" y="1689136"/>
            <a:ext cx="9734187" cy="503870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125543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EB910-7C9E-140A-D2FA-E55AFB9F5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0571" y="365125"/>
            <a:ext cx="8811258" cy="1530171"/>
          </a:xfrm>
        </p:spPr>
        <p:txBody>
          <a:bodyPr>
            <a:normAutofit/>
          </a:bodyPr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 – Event Planning and Management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38FE6A-A902-79F1-8774-24BD913514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973" y="2393681"/>
            <a:ext cx="6302828" cy="4099194"/>
          </a:xfrm>
        </p:spPr>
        <p:txBody>
          <a:bodyPr>
            <a:normAutofit fontScale="92500"/>
          </a:bodyPr>
          <a:lstStyle/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Creates and schedules events with venue, date, and time details.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event resources such as staff, equipment, and vendors.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Organizes event timelines and activity schedules.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Allocates budgets and tracks event-related expenses.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Sends notifications and updates to organizers and participants.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centralized event information for smooth coordination.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1D8B59-0EE5-6FBB-D651-9939959665D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7848"/>
          <a:stretch>
            <a:fillRect/>
          </a:stretch>
        </p:blipFill>
        <p:spPr>
          <a:xfrm>
            <a:off x="229003" y="212902"/>
            <a:ext cx="1331090" cy="16254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2D82BA1-3661-9C17-5F5E-CF370D71C9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829" y="125679"/>
            <a:ext cx="1530171" cy="15301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DEA7E80-F828-4939-8187-FB6B67E752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0903" y="2290916"/>
            <a:ext cx="5102942" cy="3868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7931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37B4E-0DF1-5071-A8A8-02471EDEF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9419" y="28575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Smart QR-Based Ticketing and Access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8BC820-C5F1-ACBD-86F2-DD7081552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686" y="2141537"/>
            <a:ext cx="6466114" cy="4351338"/>
          </a:xfrm>
        </p:spPr>
        <p:txBody>
          <a:bodyPr>
            <a:noAutofit/>
          </a:bodyPr>
          <a:lstStyle/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unique and secure QR-code tickets for attendees.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Validates QR codes at entry points for fast authentication.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duplicate entries and detects fraudulent tickets.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Tracks real-time attendance and entry/exit records.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waiting time through automated access control. 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security with digital verification and monitoring.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F2AC99-907A-C26B-43AD-197949532FD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7848"/>
          <a:stretch>
            <a:fillRect/>
          </a:stretch>
        </p:blipFill>
        <p:spPr>
          <a:xfrm>
            <a:off x="81519" y="215195"/>
            <a:ext cx="1331090" cy="16254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F25F34D-381B-3D87-0CE1-4542DF2490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829" y="125679"/>
            <a:ext cx="1530171" cy="153017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BE43BA3-BF5A-EB56-13BC-0845C6C558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6750" y="1807840"/>
            <a:ext cx="4569564" cy="4924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8406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EA9C5-6EEE-6405-AD94-E7ED9660E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Intelligent Crowd Monitoring and Safety Management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89738AA-8174-6CD0-97A1-D6842E4542C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7848"/>
          <a:stretch>
            <a:fillRect/>
          </a:stretch>
        </p:blipFill>
        <p:spPr>
          <a:xfrm>
            <a:off x="229003" y="212902"/>
            <a:ext cx="1331090" cy="16254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B877A4C-762F-0AC5-8A64-EE303BB2BD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829" y="125679"/>
            <a:ext cx="1530171" cy="15301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6F85C22-706D-7639-B344-34C1F7F0A18E}"/>
              </a:ext>
            </a:extLst>
          </p:cNvPr>
          <p:cNvSpPr txBox="1"/>
          <p:nvPr/>
        </p:nvSpPr>
        <p:spPr>
          <a:xfrm>
            <a:off x="336510" y="2372586"/>
            <a:ext cx="7815942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Monitors crowd density using AI-enabled cameras and sensors.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overcrowding and unusual crowd movements in real time.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instant safety alerts during emergency situations.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Assists security personnel with live crowd status updates.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Visualizes crowd distribution through heatmaps and dashboards.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visitor safety by preventing congestion and accidents.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D0B1BB0-9C46-0D37-9E3F-E2C3F7245F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7520" y="1986669"/>
            <a:ext cx="4087164" cy="4376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8464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13D86-F746-0D3E-60B8-ADA48AED7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AAABC-E6E1-0967-7375-E808527FA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4: Predictive Analytics and Event Performance Dashboard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5E45FF8-0B4F-0920-83BE-1821A761FE8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7848"/>
          <a:stretch>
            <a:fillRect/>
          </a:stretch>
        </p:blipFill>
        <p:spPr>
          <a:xfrm>
            <a:off x="229003" y="212902"/>
            <a:ext cx="1331090" cy="16254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420F9B9-09E7-C24B-2F46-A646DF6095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829" y="125679"/>
            <a:ext cx="1530171" cy="153017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2FE7A6D-14C9-C999-F40A-4396DE0F6301}"/>
              </a:ext>
            </a:extLst>
          </p:cNvPr>
          <p:cNvSpPr txBox="1"/>
          <p:nvPr/>
        </p:nvSpPr>
        <p:spPr>
          <a:xfrm>
            <a:off x="229003" y="1838323"/>
            <a:ext cx="7815942" cy="55659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historical and real-time event data.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Predicts attendance, resource requirements, and revenue trends.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interactive dashboards with key performance indicators (KPIs).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Evaluates visitor engagement and event success metrics.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data-driven decision-making for future events.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detailed reports to improve event planning and management.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7937EF6-0FAC-802A-BDA2-88442B80FB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1111" y="2241754"/>
            <a:ext cx="4050890" cy="4490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9838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1F9CF61-575B-6A48-32CE-AF871CE653E8}"/>
              </a:ext>
            </a:extLst>
          </p:cNvPr>
          <p:cNvSpPr txBox="1"/>
          <p:nvPr/>
        </p:nvSpPr>
        <p:spPr>
          <a:xfrm>
            <a:off x="1230086" y="414049"/>
            <a:ext cx="948145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output</a:t>
            </a:r>
            <a:endParaRPr lang="en-IN" sz="44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336DFE-A85E-494D-12CE-A1348E1145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819" y="1604007"/>
            <a:ext cx="10004323" cy="4839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6128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1E00D-0DEE-67E1-4FC9-499CBD1C5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&amp; 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2AECE2-05B5-F80F-60F7-FAFBF811E2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0093" y="1325564"/>
            <a:ext cx="10156371" cy="5532436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  <a:p>
            <a:pPr lvl="0">
              <a:lnSpc>
                <a:spcPct val="1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Large-scale real-time data processing </a:t>
            </a:r>
          </a:p>
          <a:p>
            <a:pPr lvl="0">
              <a:lnSpc>
                <a:spcPct val="1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Camera placement limitations </a:t>
            </a:r>
          </a:p>
          <a:p>
            <a:pPr lvl="0">
              <a:lnSpc>
                <a:spcPct val="1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connectivity issues </a:t>
            </a:r>
          </a:p>
          <a:p>
            <a:pPr lvl="0">
              <a:lnSpc>
                <a:spcPct val="1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synchronization </a:t>
            </a:r>
          </a:p>
          <a:p>
            <a:pPr lvl="0">
              <a:lnSpc>
                <a:spcPct val="1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Privacy concerns </a:t>
            </a:r>
          </a:p>
          <a:p>
            <a:pPr>
              <a:lnSpc>
                <a:spcPct val="10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</a:p>
          <a:p>
            <a:pPr lvl="0">
              <a:lnSpc>
                <a:spcPct val="1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internet connectivity </a:t>
            </a:r>
          </a:p>
          <a:p>
            <a:pPr lvl="0">
              <a:lnSpc>
                <a:spcPct val="1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Camera quality affects crowd monitoring accuracy </a:t>
            </a:r>
          </a:p>
          <a:p>
            <a:pPr lvl="0">
              <a:lnSpc>
                <a:spcPct val="1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prediction depends on historical data quality </a:t>
            </a:r>
          </a:p>
          <a:p>
            <a:pPr lvl="0">
              <a:lnSpc>
                <a:spcPct val="1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initial deployment cost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3F1D87-2271-D77D-6CDA-B280A69ECF4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7848"/>
          <a:stretch>
            <a:fillRect/>
          </a:stretch>
        </p:blipFill>
        <p:spPr>
          <a:xfrm>
            <a:off x="229003" y="212902"/>
            <a:ext cx="1331090" cy="16254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0E089C2-5AFE-9A73-5207-59E8733764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829" y="125679"/>
            <a:ext cx="1530171" cy="1530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19476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61C34-64AC-C44A-9163-6B89CA660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B3D19DB-AC3A-E185-E931-7A7C8C6B846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050869"/>
            <a:ext cx="10428514" cy="4608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Facial recognition entry system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sensor integration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Drone-based crowd surveillance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parking management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chatbot support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Multi-event management platform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payment integration 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Cloud-based scalable deployment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C51C60-B4B6-4A2E-8F72-878CF669A97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7848"/>
          <a:stretch>
            <a:fillRect/>
          </a:stretch>
        </p:blipFill>
        <p:spPr>
          <a:xfrm>
            <a:off x="229003" y="212902"/>
            <a:ext cx="1331090" cy="16254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B48624-60D1-8222-22E7-ED4A06ED47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829" y="125679"/>
            <a:ext cx="1530171" cy="1530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7808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EBEBF-2649-F8B2-72C9-5F9AC0166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DD87BB5-702B-6C67-F6B4-13C4023CB26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44988" y="2057644"/>
            <a:ext cx="11332028" cy="50178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framework integrates planning, ticketing, crowd monitoring, and analytics into a single smart platform. 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and QR technologies improve operational efficiency and visitor safety. 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Predictive analytics supports better planning and decision-making. 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reduces manual effort and enhances the overall event experience. 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a scalable solution suitable for concerts, exhibitions, conferences, and public gatherings. 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6542EC-8036-5886-15FC-2B7EF33599D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7848"/>
          <a:stretch>
            <a:fillRect/>
          </a:stretch>
        </p:blipFill>
        <p:spPr>
          <a:xfrm>
            <a:off x="229003" y="212902"/>
            <a:ext cx="1331090" cy="16254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6A5CCC4-BAE3-078D-A4F2-766FD80E60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829" y="125679"/>
            <a:ext cx="1530171" cy="1530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1161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25A01-21FB-E437-AFC2-6D86BA899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CFD94B6-DE7C-38C0-EDED-64AF30ED6C1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94548" y="1690688"/>
            <a:ext cx="11332028" cy="57813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X. Zhang, AI-Based Crowd Monitoring for Smart Events, IEEE Access, 2024. 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Kumar et al., Secure QR Code Ticketing System, Springer, 2023. 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Patel, Predictive Analytics in Event Management, Elsevier, 2024. 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Singh et al., Smart Event Management Using IoT and AI, IEEE, 2023. 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K. Lee, Real-Time Crowd Density Estimation Using Computer Vision, ACM Digital Library, 2022. </a:t>
            </a:r>
          </a:p>
          <a:p>
            <a:pPr lvl="0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R. Sharma, Machine Learning Applications in Smart City Event Management, Springer Nature, 2024.</a:t>
            </a:r>
          </a:p>
          <a:p>
            <a:pPr algn="just">
              <a:lnSpc>
                <a:spcPct val="15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FFB2C5-D72A-ED68-767A-0BD2AC73010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7848"/>
          <a:stretch>
            <a:fillRect/>
          </a:stretch>
        </p:blipFill>
        <p:spPr>
          <a:xfrm>
            <a:off x="229003" y="212903"/>
            <a:ext cx="1331090" cy="144294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A784DEF-07E5-8FF5-DAA6-37D8013215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1829" y="125679"/>
            <a:ext cx="1530171" cy="1530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81980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08DFA-3E19-69DD-A8F0-38DE1A5C3D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</a:p>
          <a:p>
            <a:pPr marL="0" indent="0">
              <a:buNone/>
            </a:pPr>
            <a:r>
              <a:rPr lang="en-IN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IN" sz="9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1F7B53-FC85-4AB4-8CF4-4B2AC4899C5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7848"/>
          <a:stretch>
            <a:fillRect/>
          </a:stretch>
        </p:blipFill>
        <p:spPr>
          <a:xfrm>
            <a:off x="229003" y="212902"/>
            <a:ext cx="1331090" cy="162542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3EE0C6F-91D8-E0EB-3CD1-EE7766A8D7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2059" y="260528"/>
            <a:ext cx="1530171" cy="1530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4754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1941</TotalTime>
  <Words>907</Words>
  <Application>Microsoft Office PowerPoint</Application>
  <PresentationFormat>Widescreen</PresentationFormat>
  <Paragraphs>153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Aptos Display</vt:lpstr>
      <vt:lpstr>Arial</vt:lpstr>
      <vt:lpstr>Times New Roman</vt:lpstr>
      <vt:lpstr>Wingdings</vt:lpstr>
      <vt:lpstr>Office Theme</vt:lpstr>
      <vt:lpstr>SIMATS ENGINEERING Saveetha Institute of Medical and Technical  Sciences Chennai-602105   CSA0927 - PROGRAMMING IN JAVA </vt:lpstr>
      <vt:lpstr>  INTRODUCTION</vt:lpstr>
      <vt:lpstr>Problem Statement</vt:lpstr>
      <vt:lpstr>Objectives</vt:lpstr>
      <vt:lpstr>Proposed System</vt:lpstr>
      <vt:lpstr>Literature Review</vt:lpstr>
      <vt:lpstr>System Architecture</vt:lpstr>
      <vt:lpstr>Module 1 – Event Planning and Management</vt:lpstr>
      <vt:lpstr>Module 2: Smart QR-Based Ticketing and Access Control</vt:lpstr>
      <vt:lpstr>Module 3: Intelligent Crowd Monitoring and Safety Management</vt:lpstr>
      <vt:lpstr>Module 4: Predictive Analytics and Event Performance Dashboard</vt:lpstr>
      <vt:lpstr>PowerPoint Presentation</vt:lpstr>
      <vt:lpstr>Challenges &amp; Limitations</vt:lpstr>
      <vt:lpstr>Future Scope</vt:lpstr>
      <vt:lpstr>Conclusion </vt:lpstr>
      <vt:lpstr>References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SIMATS ENGINEERING Saveetha Institute of Medical and Technical Sciences Chennai-602105   ECA1039-Microprocessors and Microcontrollers for Automotive Industry</dc:title>
  <dc:creator>Navaprakash</dc:creator>
  <cp:lastModifiedBy>gajjala yaswanth reddy</cp:lastModifiedBy>
  <cp:revision>50</cp:revision>
  <dcterms:created xsi:type="dcterms:W3CDTF">2025-12-08T04:26:01Z</dcterms:created>
  <dcterms:modified xsi:type="dcterms:W3CDTF">2026-08-03T11:54:58Z</dcterms:modified>
</cp:coreProperties>
</file>